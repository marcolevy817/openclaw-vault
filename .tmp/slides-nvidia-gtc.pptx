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NVIDIA GTC 2026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GTC 2026 Reveals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37160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Vera CPU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28800" y="219456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94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Vera Rubin GPU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1828800" y="301752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0175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NemoClaw Framework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Breakdown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E8E6D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71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Old: ARM Dependent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3192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≠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212080" y="9144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E8E6D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New: Vera CPU (Own Silicon)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NemoClaw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37160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Agent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28800" y="219456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94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1828800" y="301752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0175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Impact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Gets Hit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37160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AMD / Intel: Pressure Mounts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219456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194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AWS / Azure / GCP: Upgrade Race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28800" y="301752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017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Startups: Infra Unlock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World Impact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Equation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More Compute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92024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3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1168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1460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Cheaper AI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93192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4663440" y="164592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E8E6DC"/>
          </a:solidFill>
          <a:ln/>
        </p:spPr>
      </p:sp>
      <p:sp>
        <p:nvSpPr>
          <p:cNvPr id="10" name="Shape 6"/>
          <p:cNvSpPr/>
          <p:nvPr/>
        </p:nvSpPr>
        <p:spPr>
          <a:xfrm>
            <a:off x="5029200" y="210312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4543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18" y="2247138"/>
            <a:ext cx="352044" cy="3520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496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65176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 Breakthroughs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Accelerates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37160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Drug Discovery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28800" y="219456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94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Climate Modeling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1828800" y="3017520"/>
            <a:ext cx="54864" cy="54864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30175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Autonomous Robotics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NVIDIA =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Subscribe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Just Changed Everything at GTC 2026</dc:title>
  <dc:subject>PptxGenJS Presentation</dc:subject>
  <dc:creator>Author</dc:creator>
  <cp:lastModifiedBy>Author</cp:lastModifiedBy>
  <cp:revision>1</cp:revision>
  <dcterms:created xsi:type="dcterms:W3CDTF">2026-03-19T13:01:31Z</dcterms:created>
  <dcterms:modified xsi:type="dcterms:W3CDTF">2026-03-19T13:01:31Z</dcterms:modified>
</cp:coreProperties>
</file>